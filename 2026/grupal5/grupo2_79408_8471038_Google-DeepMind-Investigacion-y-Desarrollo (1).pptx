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Instrument Sans Semi Bold" panose="020B0604020202020204" charset="0"/>
      <p:regular r:id="rId14"/>
    </p:embeddedFont>
  </p:embeddedFontLst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462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Google DeepMind: Investigación y Desarrollo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Tecnologías Emergentes - Tarea Grupal 5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Profesor: Raúl Valdés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Integrantes: Andrés Arqueros, Agustín Campos, Vicente Carrasco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639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El Problema que Abordó DeepMind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48526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Rigidez de la IA Tradicional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384000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Los sistemas de IA solo ejecutaban tareas programadas explícitamente, sin capacidad de generalización ni adaptación a nuevos desafíos sin intervención humana constante.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448526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Requería I+D Fundamental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4384000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era un problema de ingeniería, sino de ciencia. Necesitaba investigar la intersección entre neurociencia y Deep Reinforcement Learning.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30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Innovación Radical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35461"/>
            <a:ext cx="4196358" cy="3302913"/>
          </a:xfrm>
          <a:prstGeom prst="roundRect">
            <a:avLst>
              <a:gd name="adj" fmla="val 618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1020604" y="29622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149322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Paradigma Nuevo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435995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Introdujo un enfoque de aprendizaje completamente nuevo, no mejoró incrementamente sistemas existentes.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735461"/>
            <a:ext cx="4196358" cy="3302913"/>
          </a:xfrm>
          <a:prstGeom prst="roundRect">
            <a:avLst>
              <a:gd name="adj" fmla="val 618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5443776" y="29622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149322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3776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AlphaGo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43776" y="435995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Maquina que aprende a jugar sin programación específica para cada movimiento.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735461"/>
            <a:ext cx="4196358" cy="3302913"/>
          </a:xfrm>
          <a:prstGeom prst="roundRect">
            <a:avLst>
              <a:gd name="adj" fmla="val 6181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9866948" y="296227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314932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66948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AlphaFold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66948" y="435995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Plegamiento de proteínas que rompió limitaciones tecnológicas previas.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93790" y="62935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Este nivel de innovación redefine las reglas de la industria y crea nuevas categorías de mercado.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90499"/>
            <a:ext cx="66273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Activos Clave Generados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252907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252907"/>
            <a:ext cx="29757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Software y Algoritmos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743325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Arquitecturas de redes neuronales (DQN, Transformers) y modelos de frontera como Gemini.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3252907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Know-how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743325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 equipo de investigación más avanzado del mundo, cuya experiencia es el activo más escaso en IA.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Datos Propietarios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413177"/>
            <a:ext cx="552914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Inmensas bases de datos de entrenamiento generadas mediante simulaciones complejas.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Ecosistema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413177"/>
            <a:ext cx="55292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Infraestructura física de procesamiento (TPU) optimizada para sus algoritmos.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2659"/>
            <a:ext cx="73061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Protección de la Innovación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35066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Protección Jurídica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05955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Patentes y derechos de autor para arquitecturas de modelos y métodos de procesamiento.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435066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Secreto Técnico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059555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Complejidad y escala de cómputo como barrera de entrada natural.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435066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5691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Velocidad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059555"/>
            <a:ext cx="389393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Lanzamiento de mejoras antes de que la competencia replique versiones anteriores.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630228"/>
            <a:ext cx="13042821" cy="1326713"/>
          </a:xfrm>
          <a:prstGeom prst="roundRect">
            <a:avLst>
              <a:gd name="adj" fmla="val 15387"/>
            </a:avLst>
          </a:prstGeom>
          <a:solidFill>
            <a:srgbClr val="B5DAF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5974318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5913715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Dificultad de copia:</a:t>
            </a: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El know-how para entrenar modelos masivos es casi imposible de replicar sin la infraestructura original.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3219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Estrategia de Propiedad Intelectual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116836" y="3089910"/>
            <a:ext cx="3828217" cy="2826544"/>
          </a:xfrm>
          <a:prstGeom prst="roundRect">
            <a:avLst>
              <a:gd name="adj" fmla="val 11556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6343650" y="33167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Estrategia Ofensiva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43650" y="3897868"/>
            <a:ext cx="337458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Patentes para bloquear competidores en mercados verticales de alto margen como biotecnología y optimización industrial.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9368" y="3089910"/>
            <a:ext cx="3828217" cy="2826544"/>
          </a:xfrm>
          <a:prstGeom prst="roundRect">
            <a:avLst>
              <a:gd name="adj" fmla="val 11556"/>
            </a:avLst>
          </a:prstGeom>
          <a:solidFill>
            <a:srgbClr val="F578D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10406182" y="33167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Estrategia Defensiva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182" y="3897868"/>
            <a:ext cx="337458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Publicación en Nature y Science para establecer estándares abiertos que atraigan talento y eviten que otros patenten cimientos.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80190" y="61716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Esta táctica de "liderazgo por ecosistema" controla el núcleo de la tecnología mientras permite uso periférico abierto.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94347"/>
            <a:ext cx="100088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Coherencia con el Modelo de Negocio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56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911798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93790" y="4086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Reducción de Costos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576524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IA de DeepMind redujo el gasto energético de Google en un 40%.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3556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911798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216962" y="4086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Pricing Premium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457652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Exclusividad de herramientas permite servicios de consultoría y nube a precios superiores.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3556754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911798"/>
            <a:ext cx="4196358" cy="3048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640133" y="40861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Escalabilidad Global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576524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Automatización del aprendizaje permite lanzamiento de productos con intervención humana mínima.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1732" y="641033"/>
            <a:ext cx="7633335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Riesgos de Apropiación de Valor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41732" y="2298025"/>
            <a:ext cx="7633335" cy="1626632"/>
          </a:xfrm>
          <a:prstGeom prst="roundRect">
            <a:avLst>
              <a:gd name="adj" fmla="val 8994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2"/>
          <p:cNvSpPr/>
          <p:nvPr/>
        </p:nvSpPr>
        <p:spPr>
          <a:xfrm>
            <a:off x="6211253" y="2298025"/>
            <a:ext cx="121920" cy="1626632"/>
          </a:xfrm>
          <a:prstGeom prst="roundRect">
            <a:avLst>
              <a:gd name="adj" fmla="val 15932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6579394" y="2544247"/>
            <a:ext cx="3118604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Copia por Competidores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79394" y="3004542"/>
            <a:ext cx="7049453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Crecimiento de modelos Open Source (Meta, Mistral) amenaza la exclusividad de modelos cerrados.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241732" y="4129921"/>
            <a:ext cx="7633335" cy="1626632"/>
          </a:xfrm>
          <a:prstGeom prst="roundRect">
            <a:avLst>
              <a:gd name="adj" fmla="val 8994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6"/>
          <p:cNvSpPr/>
          <p:nvPr/>
        </p:nvSpPr>
        <p:spPr>
          <a:xfrm>
            <a:off x="6211253" y="4129921"/>
            <a:ext cx="121920" cy="1626632"/>
          </a:xfrm>
          <a:prstGeom prst="roundRect">
            <a:avLst>
              <a:gd name="adj" fmla="val 15932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6579394" y="4376142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Regulación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579394" y="4836438"/>
            <a:ext cx="7049453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Leyes de transparencia que obliguen a revelar funcionamiento interno de algoritmos de IA.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241732" y="5961817"/>
            <a:ext cx="7633335" cy="1626632"/>
          </a:xfrm>
          <a:prstGeom prst="roundRect">
            <a:avLst>
              <a:gd name="adj" fmla="val 8994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0"/>
          <p:cNvSpPr/>
          <p:nvPr/>
        </p:nvSpPr>
        <p:spPr>
          <a:xfrm>
            <a:off x="6211253" y="5961817"/>
            <a:ext cx="121920" cy="1626632"/>
          </a:xfrm>
          <a:prstGeom prst="roundRect">
            <a:avLst>
              <a:gd name="adj" fmla="val 159328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6579394" y="6208038"/>
            <a:ext cx="313182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Sustitutos en el Mercado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579394" y="6668333"/>
            <a:ext cx="7049453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Aparición de arquitecturas más eficientes que no dependan del enfoque actual de DeepMind.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29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Conclusiones Clave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15389"/>
            <a:ext cx="4196358" cy="2032754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1020604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Innovación Radical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832622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Paradigma de aprendizaje completamente nuevo que redefine las reglas de la industria.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15389"/>
            <a:ext cx="4196358" cy="2032754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443776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Estrategia Híbrida IP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3776" y="3832622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Combina protección ofensiva con apertura defensiva para liderazgo por ecosistema.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15389"/>
            <a:ext cx="4196358" cy="2032754"/>
          </a:xfrm>
          <a:prstGeom prst="roundRect">
            <a:avLst>
              <a:gd name="adj" fmla="val 10043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866948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Ventaja Sostenible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66948" y="3832622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Integración de activos intangibles crea barreras de entrada difíciles de superar.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33951" y="5658445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"La rápida democratización de la IA es el mayor riesgo para empresas que basan su valor solo en superioridad técnica."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03294"/>
            <a:ext cx="30480" cy="873204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54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Bibliografía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87898"/>
            <a:ext cx="13042821" cy="30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Accenture (2023). Total enterprise reinvention: The role of AI in value creation.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Bain &amp; Company (2024). Technology Report 2024: Post-hype AI strategy.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Boston Consulting Group (2024). The most innovative companies 2024.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Forrester (2024). The Forrester Wave™: AI Infrastructure Solutions, Q1 2024.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Gartner (2025). Magic Quadrant for Cloud AI Developer Services.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McKinsey &amp; Company (2023). The economic potential of generative AI.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McKinsey &amp; Company (2024). The state of AI in 2024.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Personalizado</PresentationFormat>
  <Paragraphs>83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Instrument Sans Semi Bold</vt:lpstr>
      <vt:lpstr>Instrument Sans Medium</vt:lpstr>
      <vt:lpstr>Instrument Sans Light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 Campos Romero</dc:creator>
  <cp:lastModifiedBy>Agustin Campos Romero</cp:lastModifiedBy>
  <cp:revision>1</cp:revision>
  <dcterms:created xsi:type="dcterms:W3CDTF">2026-04-07T16:51:07Z</dcterms:created>
  <dcterms:modified xsi:type="dcterms:W3CDTF">2026-04-07T16:51:53Z</dcterms:modified>
</cp:coreProperties>
</file>